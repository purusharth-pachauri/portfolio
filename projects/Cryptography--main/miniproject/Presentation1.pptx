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67" r:id="rId11"/>
    <p:sldId id="269" r:id="rId12"/>
    <p:sldId id="268" r:id="rId13"/>
    <p:sldId id="285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3C31DC-616C-4BF1-9BD8-71838F2B25C1}">
          <p14:sldIdLst>
            <p14:sldId id="256"/>
            <p14:sldId id="257"/>
            <p14:sldId id="260"/>
            <p14:sldId id="258"/>
            <p14:sldId id="261"/>
            <p14:sldId id="286"/>
            <p14:sldId id="267"/>
            <p14:sldId id="269"/>
            <p14:sldId id="268"/>
            <p14:sldId id="285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12/14/2024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12/14/2024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0578" y="0"/>
            <a:ext cx="9832622" cy="1354667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  <a:r>
              <a:rPr lang="en-US" sz="4000" dirty="0">
                <a:solidFill>
                  <a:schemeClr val="bg1"/>
                </a:solidFill>
              </a:rPr>
              <a:t>RAJA BALWANT SINGH ENGINEERING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   TECHNICAL CAMPUS,BICHPURI,AGRA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7" y="1546578"/>
            <a:ext cx="9216023" cy="53114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dirty="0"/>
              <a:t>TOPIC: File Encryption and Decryption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                                </a:t>
            </a:r>
            <a:r>
              <a:rPr lang="en-US" sz="2400" b="1" dirty="0"/>
              <a:t>PRESENTED BY: 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</a:t>
            </a:r>
            <a:r>
              <a:rPr lang="en-US" sz="2000" dirty="0"/>
              <a:t>Purusharth Pachauri(70)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Sanju </a:t>
            </a:r>
            <a:r>
              <a:rPr lang="en-US" sz="2000" dirty="0" err="1"/>
              <a:t>Mahour</a:t>
            </a:r>
            <a:r>
              <a:rPr lang="en-US" sz="2000" dirty="0"/>
              <a:t>(76)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</a:t>
            </a:r>
            <a:r>
              <a:rPr lang="en-US" sz="2000" dirty="0" err="1"/>
              <a:t>Saransh</a:t>
            </a:r>
            <a:r>
              <a:rPr lang="en-US" sz="2000" dirty="0"/>
              <a:t> Agarwal(77)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27290"/>
            <a:ext cx="6043083" cy="1207910"/>
          </a:xfrm>
        </p:spPr>
        <p:txBody>
          <a:bodyPr>
            <a:normAutofit/>
          </a:bodyPr>
          <a:lstStyle/>
          <a:p>
            <a:r>
              <a:rPr lang="en-US" u="sng" dirty="0"/>
              <a:t>Contents 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3910" y="2548467"/>
            <a:ext cx="9434690" cy="430953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Encryption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Decryption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Methodology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Technology used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Purpose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Importance of Encryption and Decryption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Real-world Application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963" y="0"/>
            <a:ext cx="4880074" cy="767644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Introduction </a:t>
            </a:r>
            <a:r>
              <a:rPr lang="en-US" sz="4800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250" y="946326"/>
            <a:ext cx="9282994" cy="5551311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  Title– File Encryption and Decryption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Encryption is the process of converting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plaintext (readable text) into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ciphertext (unreadable text) to protect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it from unauthorized access.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Decryption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is the process of converting ciphertext back 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into plaintext.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46DAFC-A967-563C-3CA0-48FE197CD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3" y="2081212"/>
            <a:ext cx="5334000" cy="20227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dirty="0"/>
              <a:t>Encryption :-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275644"/>
            <a:ext cx="6718300" cy="517031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Encryption is the process of converting plaintext (readable text) into ciphertext (unreadable text) to protect it from unauthorized access.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b="1" dirty="0"/>
              <a:t>Encryption Process :</a:t>
            </a:r>
          </a:p>
          <a:p>
            <a:pPr marL="342900" indent="-342900">
              <a:buAutoNum type="arabicPeriod"/>
            </a:pPr>
            <a:r>
              <a:rPr lang="en-US" sz="2000" b="1" dirty="0"/>
              <a:t>Plaintext:  </a:t>
            </a:r>
            <a:r>
              <a:rPr lang="en-US" sz="1800" dirty="0"/>
              <a:t>The original readable text.</a:t>
            </a:r>
          </a:p>
          <a:p>
            <a:pPr marL="342900" indent="-342900">
              <a:buAutoNum type="arabicPeriod"/>
            </a:pPr>
            <a:r>
              <a:rPr lang="en-US" sz="2000" b="1" dirty="0"/>
              <a:t>Encryption Algorithm: </a:t>
            </a:r>
            <a:r>
              <a:rPr lang="en-US" sz="1800" dirty="0"/>
              <a:t>The algorithm used to encrypt the                    plaintext.</a:t>
            </a:r>
          </a:p>
          <a:p>
            <a:pPr marL="342900" indent="-342900">
              <a:buAutoNum type="arabicPeriod"/>
            </a:pPr>
            <a:r>
              <a:rPr lang="en-US" sz="2000" b="1" dirty="0"/>
              <a:t> Key:</a:t>
            </a:r>
            <a:r>
              <a:rPr lang="en-US" sz="1800" dirty="0"/>
              <a:t> The secret key used for encryption.</a:t>
            </a:r>
          </a:p>
          <a:p>
            <a:pPr marL="342900" indent="-342900">
              <a:buAutoNum type="arabicPeriod"/>
            </a:pPr>
            <a:r>
              <a:rPr lang="en-US" sz="1800" dirty="0"/>
              <a:t> </a:t>
            </a:r>
            <a:r>
              <a:rPr lang="en-US" sz="2000" b="1" dirty="0"/>
              <a:t>Ciphertext:</a:t>
            </a:r>
            <a:r>
              <a:rPr lang="en-US" sz="1800" dirty="0"/>
              <a:t> The resulting unreadable text.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D270B-21B3-DF1E-F761-FC1980431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155" y="2043288"/>
            <a:ext cx="4673600" cy="24722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US" sz="3600" dirty="0"/>
              <a:t>Decryption :-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91255" y="1407509"/>
            <a:ext cx="5157787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Decryption is the process of converting ciphertext back into plaintext.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Decryption Process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Ciphertext:-</a:t>
            </a:r>
            <a:r>
              <a:rPr lang="en-US" sz="2000" dirty="0"/>
              <a:t> The unreadable text to be decrypted.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 Decryption Algorithm:- </a:t>
            </a:r>
            <a:r>
              <a:rPr lang="en-US" sz="2000" dirty="0"/>
              <a:t>The algorithm used to decrypt the ciphertext.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Key:- </a:t>
            </a:r>
            <a:r>
              <a:rPr lang="en-US" sz="2000" dirty="0"/>
              <a:t>The secret key used for decryption.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en-US" sz="2000" b="1" dirty="0"/>
              <a:t>Plaintext:-</a:t>
            </a:r>
            <a:r>
              <a:rPr lang="en-US" sz="2000" dirty="0"/>
              <a:t> The resulting readable text.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E4B35B-E65A-E56B-9732-F793F4769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00287"/>
            <a:ext cx="5926666" cy="2257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1FE3-D5C3-CF53-E9B3-BF357B90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DE8063-2B45-7F27-B0B6-FAFE1A03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19" y="381001"/>
            <a:ext cx="7781544" cy="924369"/>
          </a:xfrm>
        </p:spPr>
        <p:txBody>
          <a:bodyPr/>
          <a:lstStyle/>
          <a:p>
            <a:r>
              <a:rPr lang="en-US" b="0" u="sng" dirty="0"/>
              <a:t>Methodology :-</a:t>
            </a:r>
            <a:endParaRPr lang="en-IN" b="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568AA1-E4C4-325F-BBAF-8264794F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1" y="1578429"/>
            <a:ext cx="9176658" cy="3962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321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913" y="468086"/>
            <a:ext cx="7551057" cy="5725885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Technology :-</a:t>
            </a:r>
            <a:br>
              <a:rPr lang="en-US" sz="2400" b="1" u="sng" dirty="0"/>
            </a:br>
            <a:r>
              <a:rPr lang="en-US" sz="2400" b="1" u="sng" dirty="0"/>
              <a:t>  </a:t>
            </a:r>
            <a:br>
              <a:rPr lang="en-US" sz="2400" b="1" u="sng" dirty="0"/>
            </a:br>
            <a:r>
              <a:rPr lang="en-US" sz="2800" dirty="0"/>
              <a:t> 1. Python  Programing-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2C4FFE-04AE-3480-2DEA-FBB1EE2AA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430" y="2569028"/>
            <a:ext cx="5366657" cy="27214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6943" y="0"/>
            <a:ext cx="7713554" cy="5214258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GB" sz="4400" u="sng" dirty="0"/>
              <a:t>Purpose :-</a:t>
            </a:r>
            <a:br>
              <a:rPr lang="en-GB" sz="4400" dirty="0"/>
            </a:br>
            <a:r>
              <a:rPr lang="en-GB" sz="3200" dirty="0"/>
              <a:t>1. Provides Security,</a:t>
            </a:r>
            <a:br>
              <a:rPr lang="en-GB" sz="3200" dirty="0"/>
            </a:br>
            <a:r>
              <a:rPr lang="en-GB" sz="3200" dirty="0"/>
              <a:t>2. File encryption, </a:t>
            </a:r>
            <a:br>
              <a:rPr lang="en-GB" sz="3200" dirty="0"/>
            </a:br>
            <a:r>
              <a:rPr lang="en-GB" sz="3200" dirty="0"/>
              <a:t>3. Communication encryption,</a:t>
            </a:r>
            <a:br>
              <a:rPr lang="en-GB" sz="3200" dirty="0"/>
            </a:br>
            <a:r>
              <a:rPr lang="en-GB" sz="3200" dirty="0"/>
              <a:t>4. Network traffic encryption,</a:t>
            </a:r>
            <a:br>
              <a:rPr lang="en-GB" sz="3200" dirty="0"/>
            </a:br>
            <a:r>
              <a:rPr lang="en-GB" sz="3200" dirty="0"/>
              <a:t>5. Password manager,</a:t>
            </a:r>
            <a:br>
              <a:rPr lang="en-GB" sz="3200" dirty="0"/>
            </a:br>
            <a:r>
              <a:rPr lang="en-GB" sz="3200" dirty="0"/>
              <a:t>6. Single sign-on.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371" y="337457"/>
            <a:ext cx="11310258" cy="5954485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en-GB" sz="4400" u="sng" dirty="0"/>
              <a:t>Importance of Encryption and Decryption:</a:t>
            </a:r>
            <a:br>
              <a:rPr lang="en-GB" sz="4400" u="sng" dirty="0"/>
            </a:br>
            <a:br>
              <a:rPr lang="en-GB" sz="4400" u="sng" dirty="0"/>
            </a:br>
            <a:r>
              <a:rPr lang="en-US" sz="3200" b="0" dirty="0"/>
              <a:t>Protects sensitive data from unauthorized access.</a:t>
            </a:r>
            <a:br>
              <a:rPr lang="en-US" sz="3200" b="0" dirty="0"/>
            </a:br>
            <a:r>
              <a:rPr lang="en-US" sz="3200" b="0" dirty="0"/>
              <a:t>• Ensures confidentiality, integrity, and authenticity of data.</a:t>
            </a:r>
            <a:br>
              <a:rPr lang="en-US" sz="3200" b="0" dirty="0"/>
            </a:br>
            <a:r>
              <a:rPr lang="en-US" sz="3200" b="0" dirty="0"/>
              <a:t>• Used in various applications, such as online transactions, communication networks, and data storage.</a:t>
            </a:r>
            <a:endParaRPr lang="en-GB" sz="4400" b="0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01731"/>
          </a:xfrm>
        </p:spPr>
        <p:txBody>
          <a:bodyPr/>
          <a:lstStyle/>
          <a:p>
            <a:r>
              <a:rPr lang="en-US" sz="4400" u="sng" dirty="0"/>
              <a:t>Real-world Application:-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749570"/>
            <a:ext cx="9777186" cy="3358860"/>
          </a:xfrm>
        </p:spPr>
        <p:txBody>
          <a:bodyPr anchor="t"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Online banking and transactions.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 Secure communication networks (HTTPS, VPN).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Data storage and cloud computing.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Password protection and 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A5C1-FA3F-3FF1-2B6F-16FDD092C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F456A7-DBA9-8CE4-EEE8-BD09B627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0913" y="468086"/>
            <a:ext cx="8948058" cy="57258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400" b="1" u="sng" dirty="0"/>
              <a:t>Conclusion :-</a:t>
            </a:r>
            <a:br>
              <a:rPr lang="en-US" sz="4400" b="1" u="sng" dirty="0"/>
            </a:br>
            <a:r>
              <a:rPr lang="en-US" sz="2800" dirty="0"/>
              <a:t>1. </a:t>
            </a:r>
            <a:r>
              <a:rPr lang="en-US" sz="2800" b="1" dirty="0"/>
              <a:t>File encryption and decryption are crucial for protecting sensitive data. </a:t>
            </a:r>
            <a:br>
              <a:rPr lang="en-US" sz="2800" b="1" dirty="0"/>
            </a:br>
            <a:r>
              <a:rPr lang="en-US" sz="2800" b="1" dirty="0"/>
              <a:t>2.Understanding the basics of encryption and decryption is essential for ensuring data security.</a:t>
            </a:r>
            <a:br>
              <a:rPr lang="en-US" sz="2800" b="1" dirty="0"/>
            </a:br>
            <a:r>
              <a:rPr lang="en-US" sz="2800" b="1" dirty="0"/>
              <a:t>3. Encryption and decryption have numerous real-world applications.</a:t>
            </a:r>
            <a:br>
              <a:rPr lang="en-US" sz="2000" b="1" dirty="0"/>
            </a:br>
            <a:r>
              <a:rPr lang="en-US" sz="2000" b="1" dirty="0"/>
              <a:t>  </a:t>
            </a:r>
            <a:br>
              <a:rPr lang="en-US" sz="2000" b="1" dirty="0"/>
            </a:br>
            <a:r>
              <a:rPr lang="en-US" sz="2800" dirty="0"/>
              <a:t> 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95530B-42B1-C230-2294-C8F4B6B1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77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161</TotalTime>
  <Words>407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Trade Gothic LT Pro</vt:lpstr>
      <vt:lpstr>Trebuchet MS</vt:lpstr>
      <vt:lpstr>Wingdings</vt:lpstr>
      <vt:lpstr>Office Theme</vt:lpstr>
      <vt:lpstr>       RAJA BALWANT SINGH ENGINEERING    TECHNICAL CAMPUS,BICHPURI,AGRA</vt:lpstr>
      <vt:lpstr>Contents :</vt:lpstr>
      <vt:lpstr>Introduction  </vt:lpstr>
      <vt:lpstr>Encryption :-</vt:lpstr>
      <vt:lpstr>Decryption :-</vt:lpstr>
      <vt:lpstr>Methodology :-</vt:lpstr>
      <vt:lpstr>Technology :-     1. Python  Programing-</vt:lpstr>
      <vt:lpstr>Purpose :- 1. Provides Security, 2. File encryption,  3. Communication encryption, 4. Network traffic encryption, 5. Password manager, 6. Single sign-on.</vt:lpstr>
      <vt:lpstr>Importance of Encryption and Decryption:  Protects sensitive data from unauthorized access. • Ensures confidentiality, integrity, and authenticity of data. • Used in various applications, such as online transactions, communication networks, and data storage.</vt:lpstr>
      <vt:lpstr>Real-world Application:-</vt:lpstr>
      <vt:lpstr>Conclusion :- 1. File encryption and decryption are crucial for protecting sensitive data.  2.Understanding the basics of encryption and decryption is essential for ensuring data security. 3. Encryption and decryption have numerous real-world applications.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sanju mahour</dc:creator>
  <cp:lastModifiedBy>Purusharth Pachauri</cp:lastModifiedBy>
  <cp:revision>5</cp:revision>
  <dcterms:created xsi:type="dcterms:W3CDTF">2024-11-22T14:23:01Z</dcterms:created>
  <dcterms:modified xsi:type="dcterms:W3CDTF">2024-12-14T07:50:03Z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